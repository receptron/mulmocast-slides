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3" r:id="rId5"/>
    <p:sldId id="262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516"/>
  </p:normalViewPr>
  <p:slideViewPr>
    <p:cSldViewPr snapToGrid="0">
      <p:cViewPr varScale="1">
        <p:scale>
          <a:sx n="123" d="100"/>
          <a:sy n="123" d="100"/>
        </p:scale>
        <p:origin x="11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E0EF5-9D97-7B46-92B2-5DFDB323FF2A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BF71C-C2D5-F946-9E10-2792403F84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152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このページはタイトルスライドです。スライドはテスト用</a:t>
            </a:r>
            <a:r>
              <a:rPr kumimoji="1" lang="en-US" altLang="ja-JP" dirty="0"/>
              <a:t>pptx </a:t>
            </a:r>
            <a:r>
              <a:rPr kumimoji="1" lang="ja-JP" altLang="en-US"/>
              <a:t>です。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Speaker note </a:t>
            </a:r>
            <a:r>
              <a:rPr kumimoji="1" lang="ja-JP" altLang="en-US"/>
              <a:t>は日本語で書かれています。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BF71C-C2D5-F946-9E10-2792403F841F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6242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ページ</a:t>
            </a:r>
            <a:r>
              <a:rPr kumimoji="1" lang="en-US" altLang="ja-JP" dirty="0"/>
              <a:t>2 </a:t>
            </a:r>
            <a:r>
              <a:rPr kumimoji="1" lang="ja-JP" altLang="en-US"/>
              <a:t>の</a:t>
            </a:r>
            <a:r>
              <a:rPr kumimoji="1" lang="en-US" altLang="ja-JP" dirty="0"/>
              <a:t> Speaker note </a:t>
            </a:r>
            <a:r>
              <a:rPr kumimoji="1" lang="ja-JP" altLang="en-US"/>
              <a:t>です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BF71C-C2D5-F946-9E10-2792403F841F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4210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90A5-B618-1DD3-AF2A-7E54C825A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7F88E8-E66D-DD76-52DB-859B84E4D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F0FE40A-609A-3E89-3C78-F34863B2F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ページ</a:t>
            </a:r>
            <a:r>
              <a:rPr kumimoji="1" lang="en-US" altLang="ja-JP" dirty="0"/>
              <a:t>4 </a:t>
            </a:r>
            <a:r>
              <a:rPr kumimoji="1" lang="ja-JP" altLang="en-US"/>
              <a:t>の</a:t>
            </a:r>
            <a:r>
              <a:rPr kumimoji="1" lang="en-US" altLang="ja-JP" dirty="0"/>
              <a:t> Speaker note </a:t>
            </a:r>
            <a:r>
              <a:rPr kumimoji="1" lang="ja-JP" altLang="en-US"/>
              <a:t>です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D157FC-FF4C-F9B0-94FB-5C60B1D5B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BF71C-C2D5-F946-9E10-2792403F841F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0208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9F3180-F07D-AF56-B724-8A75FB2AA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3E5807-D8FC-6D78-2422-D587CBD4F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72ACAF-9040-93E4-1822-E0A74361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900B-4762-5948-A79C-683739A571A5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F25E3E-A35A-287A-90C4-D52E8FC7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BDD4AF-208F-3AC3-ED72-813B29CE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47E9-3AEA-2E4A-88BD-69EC075068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049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82B4FA-140C-AA49-5BF2-3D6CA7B5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2AC213-B170-D608-ED60-FC31D9EF2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361988-E154-8F6B-E829-4149669F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900B-4762-5948-A79C-683739A571A5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FADDF8-488D-6178-B3BA-A164738B6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6C5E1C-2A25-C4A6-F872-4E5A375D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47E9-3AEA-2E4A-88BD-69EC075068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530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8B8424-0C83-3DCF-AD43-297CDC35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081920-C5DE-BA41-B097-2F6F294C7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11AECE-A079-4955-96FD-9CCA557E6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900B-4762-5948-A79C-683739A571A5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58F283-0B7F-E1B5-B4B8-52A974C8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50A7B5-60EB-5163-F8BA-762C59C2F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47E9-3AEA-2E4A-88BD-69EC075068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7263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436BFF-B53C-64E8-7C56-58121E93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676AA4-507C-2111-DFCB-7244131AC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4B92B6-6AB5-C20C-DDBB-55AAA299E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97F011-7CCE-76F5-8F32-552032D8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900B-4762-5948-A79C-683739A571A5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C328B4-E6CA-9C2E-0F2C-914DA6B8F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D9EDB2-D162-7703-46F0-658DD1061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47E9-3AEA-2E4A-88BD-69EC075068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611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4E62D0-7CCF-39C3-5FB7-00B3E7AB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639701-56CC-A0B6-2551-0F1BB2C4D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E62957-3FF2-2FEE-2041-EA77C123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AEBECB6-F28F-9E00-A647-F7AAC723A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0AD444E-664F-09BA-DCE6-05C023F513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6978615-4DFB-FD5A-AB47-1B13328AA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900B-4762-5948-A79C-683739A571A5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7894839-B5B9-C764-1C03-52B117ED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9553E5B-42F9-0292-EEB3-6C7C5E71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47E9-3AEA-2E4A-88BD-69EC075068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0721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3B76C8-FB06-E34D-1E9F-758B2E46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E28F448-4D8D-0832-8916-4C216EA92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900B-4762-5948-A79C-683739A571A5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C29908F-7114-53FD-9D4B-7BEAD93B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65ED77-2B56-A655-D8CC-64CAA6A6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47E9-3AEA-2E4A-88BD-69EC075068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679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C9E8920-E086-2D22-E56B-A20917D25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900B-4762-5948-A79C-683739A571A5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B93C9E5-5CAA-5C17-540F-2349AA2D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065A5F6-1080-0287-715D-C3117A8F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47E9-3AEA-2E4A-88BD-69EC075068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724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AEFE81-C76F-D861-48F1-02B49AF80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CEC5B1-B59F-56AE-2DF1-0E4AFFEDD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360B0E-C0BF-FF47-B01F-0EBC1FBFA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66872C-8AF8-18C4-CB02-43003FFE9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900B-4762-5948-A79C-683739A571A5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E1E091-49F6-AC74-90D1-3AA65EFD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A0235E-3F1B-3DEA-D9C4-4E926497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47E9-3AEA-2E4A-88BD-69EC075068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941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B5CE53-C74C-016D-865B-D75E8CB73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23C198C-3E24-29DB-8698-FBB66AF1D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6A5980-FA2F-A634-AFCC-95B3147FD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F0C270-475F-13A3-87E9-E99BAE474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900B-4762-5948-A79C-683739A571A5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4B8245-2698-1ABE-234A-D2010E24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150091-E2D8-7F90-F37C-DC3D002F6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47E9-3AEA-2E4A-88BD-69EC075068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085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785587-8456-9379-15B5-C0B7D8D0F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BA11BA0-D5A3-D8F0-A32A-706ACC35E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32D245-8540-3667-FC92-9A9DE1B57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900B-4762-5948-A79C-683739A571A5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6B0C8A-BD80-DBBC-B69A-CBBD88F66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849B65-47B8-C800-974D-07C012171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47E9-3AEA-2E4A-88BD-69EC075068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6284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AFBF784-6CC8-3DAE-03F5-F277FEF68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63B428-76E7-2275-C855-8C793BE27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244EB4-578A-6DFD-DF0E-46F3271C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900B-4762-5948-A79C-683739A571A5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60AA16-09A5-AEDC-4007-EC4564CE1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13128B-BEBD-8B7F-A0D0-6C66A6E7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47E9-3AEA-2E4A-88BD-69EC075068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138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1204094-FC42-431B-1E8B-92C13336C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E1FA10-3610-6E45-4530-DA96A50FE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971750-34E9-DE66-AE67-D1508B0199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9900B-4762-5948-A79C-683739A571A5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A96E5B-5E0D-52CD-2E29-45F5D65562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5B0527-43F1-68E8-F37C-E10E60D25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9447E9-3AEA-2E4A-88BD-69EC075068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8146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A6394B-0E64-9B62-A78C-838EFA00ED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/>
              <a:t>テスト用</a:t>
            </a:r>
            <a:r>
              <a:rPr lang="en-US" altLang="ja-JP" dirty="0"/>
              <a:t>pptx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B5DF80-7DB8-7115-1915-2C90463429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サブタイトルスライド</a:t>
            </a:r>
          </a:p>
        </p:txBody>
      </p:sp>
    </p:spTree>
    <p:extLst>
      <p:ext uri="{BB962C8B-B14F-4D97-AF65-F5344CB8AC3E}">
        <p14:creationId xmlns:p14="http://schemas.microsoft.com/office/powerpoint/2010/main" val="825253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39D4DD-EFA0-C27B-8FFF-F0594DF14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ページ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4648D6-A879-EF08-CF72-5D7E81510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ここには</a:t>
            </a:r>
            <a:r>
              <a:rPr lang="en-US" altLang="ja-JP" dirty="0"/>
              <a:t> speaker note </a:t>
            </a:r>
            <a:r>
              <a:rPr lang="ja-JP" altLang="en-US"/>
              <a:t>はありません</a:t>
            </a:r>
            <a:endParaRPr lang="en-US" altLang="ja-JP" dirty="0"/>
          </a:p>
          <a:p>
            <a:r>
              <a:rPr kumimoji="1" lang="ja-JP" altLang="en-US"/>
              <a:t>そのため、コンテンツの内容が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tts</a:t>
            </a:r>
            <a:r>
              <a:rPr kumimoji="1" lang="en-US" altLang="ja-JP" dirty="0"/>
              <a:t> </a:t>
            </a:r>
            <a:r>
              <a:rPr kumimoji="1" lang="ja-JP" altLang="en-US"/>
              <a:t>用テキストとして利用されます</a:t>
            </a:r>
          </a:p>
        </p:txBody>
      </p:sp>
    </p:spTree>
    <p:extLst>
      <p:ext uri="{BB962C8B-B14F-4D97-AF65-F5344CB8AC3E}">
        <p14:creationId xmlns:p14="http://schemas.microsoft.com/office/powerpoint/2010/main" val="4055863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1A3B-7885-AECF-9E78-9347F9AA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3B467F-7E0D-0BA9-A3CC-28DFEA896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ページ</a:t>
            </a:r>
            <a:r>
              <a:rPr kumimoji="1" lang="en-US" altLang="ja-JP" dirty="0"/>
              <a:t>2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ADDD9E-4019-8F88-845F-06DF42BB6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speaker note </a:t>
            </a:r>
            <a:r>
              <a:rPr lang="ja-JP" altLang="en-US"/>
              <a:t>あります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5865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669A3-694F-6E31-0010-72B341E6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797EB4-C1E6-45A9-D9AF-29F6526C2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ページ</a:t>
            </a:r>
            <a:r>
              <a:rPr lang="en-US" altLang="ja-JP" dirty="0"/>
              <a:t>3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4A2C22-B26E-4861-288E-2226FA557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25493"/>
          </a:xfrm>
        </p:spPr>
        <p:txBody>
          <a:bodyPr/>
          <a:lstStyle/>
          <a:p>
            <a:r>
              <a:rPr kumimoji="1" lang="ja-JP" altLang="en-US"/>
              <a:t>ここには</a:t>
            </a:r>
            <a:r>
              <a:rPr lang="en-US" altLang="ja-JP" dirty="0"/>
              <a:t> speaker note </a:t>
            </a:r>
            <a:r>
              <a:rPr lang="ja-JP" altLang="en-US"/>
              <a:t>はありません</a:t>
            </a:r>
            <a:endParaRPr lang="en-US" altLang="ja-JP" dirty="0"/>
          </a:p>
          <a:p>
            <a:r>
              <a:rPr kumimoji="1" lang="ja-JP" altLang="en-US"/>
              <a:t>そのため、コンテンツの内容が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tts</a:t>
            </a:r>
            <a:r>
              <a:rPr kumimoji="1" lang="en-US" altLang="ja-JP" dirty="0"/>
              <a:t> </a:t>
            </a:r>
            <a:r>
              <a:rPr kumimoji="1" lang="ja-JP" altLang="en-US"/>
              <a:t>用テキストとして利用されます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348ED10C-AA50-21E6-BD8C-FE0D72937EC9}"/>
              </a:ext>
            </a:extLst>
          </p:cNvPr>
          <p:cNvSpPr txBox="1">
            <a:spLocks/>
          </p:cNvSpPr>
          <p:nvPr/>
        </p:nvSpPr>
        <p:spPr>
          <a:xfrm>
            <a:off x="838200" y="3886055"/>
            <a:ext cx="10515600" cy="1925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ここは</a:t>
            </a:r>
            <a:r>
              <a:rPr lang="en-US" altLang="ja-JP" dirty="0"/>
              <a:t>2</a:t>
            </a:r>
            <a:r>
              <a:rPr lang="ja-JP" altLang="en-US"/>
              <a:t>つ目のテキストブロックです</a:t>
            </a:r>
          </a:p>
        </p:txBody>
      </p:sp>
    </p:spTree>
    <p:extLst>
      <p:ext uri="{BB962C8B-B14F-4D97-AF65-F5344CB8AC3E}">
        <p14:creationId xmlns:p14="http://schemas.microsoft.com/office/powerpoint/2010/main" val="1703510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10E6-7E04-F25B-A7FD-D78BF62C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C2AF98-84A0-50EA-DF8C-67F61B706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ページ</a:t>
            </a:r>
            <a:r>
              <a:rPr lang="en-US" altLang="ja-JP"/>
              <a:t>4 speaker </a:t>
            </a:r>
            <a:r>
              <a:rPr lang="en-US" altLang="ja-JP" dirty="0"/>
              <a:t>note </a:t>
            </a:r>
            <a:r>
              <a:rPr lang="ja-JP" altLang="en-US"/>
              <a:t>あります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53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102</Words>
  <Application>Microsoft Macintosh PowerPoint</Application>
  <PresentationFormat>ワイド画面</PresentationFormat>
  <Paragraphs>20</Paragraphs>
  <Slides>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テスト用pptx</vt:lpstr>
      <vt:lpstr>ページ1</vt:lpstr>
      <vt:lpstr>ページ2</vt:lpstr>
      <vt:lpstr>ページ3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Yasutaka NISHII</dc:creator>
  <cp:lastModifiedBy>Yasutaka NISHII</cp:lastModifiedBy>
  <cp:revision>3</cp:revision>
  <dcterms:created xsi:type="dcterms:W3CDTF">2026-01-10T00:56:26Z</dcterms:created>
  <dcterms:modified xsi:type="dcterms:W3CDTF">2026-01-10T01:34:53Z</dcterms:modified>
</cp:coreProperties>
</file>